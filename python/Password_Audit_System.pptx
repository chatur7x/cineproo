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onsolas"/>
              </a:defRPr>
            </a:pPr>
            <a:r>
              <a:t>PASSWORD AUDIT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200400"/>
            <a:ext cx="576072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Consolas"/>
              </a:defRPr>
            </a:pPr>
            <a:r>
              <a:t>Python Object-Oriented Programming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All 18 Syllabus Topics Demonstrated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41 Unit Tests - All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onsolas"/>
              </a:defRPr>
            </a:pPr>
            <a:r>
              <a:t>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24128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Load a file with multiple passwords (one per line)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Run validation checks on each password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  - Length check (min 8 characters)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  - Complexity check (upper, lower, digit, special)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  - Pattern check (against common weak passwords)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Detect duplicate passwords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Generate a full audit report file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Demonstrate all 18 Python OOP syllabus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onsolas"/>
              </a:defRPr>
            </a:pPr>
            <a:r>
              <a:t>TECH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24128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Language: Python 3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Libraries: abc (abstract base classes)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Data Structures: List, Tuple, Dict, Set, Frozenset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File I/O: read passwords, write report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Exception Handling: try / except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Testing: unittest module (41 tests)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Documentation: DOCX generation (python-docx)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onsolas"/>
              </a:defRPr>
            </a:pPr>
            <a:r>
              <a:t>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24128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6 Classes (OOP Architecture)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Abstract base class (ABC)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3 Check subclasses (Inheritance)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Polymorphic run_check()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Name-mangled encapsulation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Conditional strength 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Set-based duplicate detection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Frozenset weak password list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Dict {password: result} mapping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List of tuples for report output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Comprehension-based filtering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Exception handling for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onsolas"/>
              </a:defRPr>
            </a:pPr>
            <a:r>
              <a:t>CLASS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24128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PasswordCheck (ABC) - Abstract base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  +-- LengthCheck      - Checks length &gt;= 8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  +-- ComplexityCheck  - Upper, lower, digit, special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  <a:r>
              <a:t>  +-- PatternCheck     - Frozenset weak passwords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Password - Stores password + private __score, __issues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PasswordAuditor - Loads file, detects dupes, orchestrates checks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AuditReport - Generates formatted report file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  <a:latin typeface="Consolas"/>
              </a:defRPr>
            </a:pPr>
            <a:r>
              <a:t>Topics: Inheritance, Polymorphism, Encapsulation, Abstraction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474720"/>
            <a:ext cx="393192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Consolas"/>
              </a:defRPr>
            </a:pPr>
            <a:r>
              <a:t>Password Audit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Consolas"/>
              </a:defRPr>
            </a:pPr>
            <a:r>
              <a:t>python password_audit.py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Consolas"/>
              </a:defRPr>
            </a:pPr>
            <a:r>
              <a:t>41/41 Tests Passing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