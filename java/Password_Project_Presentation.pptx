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I ." userId="f9ae4b03b41fc17c" providerId="LiveId" clId="{4FD08A45-531D-4FEA-8370-325454E4F56B}"/>
    <pc:docChg chg="modSld">
      <pc:chgData name="NANI ." userId="f9ae4b03b41fc17c" providerId="LiveId" clId="{4FD08A45-531D-4FEA-8370-325454E4F56B}" dt="2026-06-08T16:37:38.689" v="12"/>
      <pc:docMkLst>
        <pc:docMk/>
      </pc:docMkLst>
      <pc:sldChg chg="delSp modSp mod">
        <pc:chgData name="NANI ." userId="f9ae4b03b41fc17c" providerId="LiveId" clId="{4FD08A45-531D-4FEA-8370-325454E4F56B}" dt="2026-06-08T16:37:38.689" v="12"/>
        <pc:sldMkLst>
          <pc:docMk/>
          <pc:sldMk cId="0" sldId="256"/>
        </pc:sldMkLst>
        <pc:spChg chg="del mod">
          <ac:chgData name="NANI ." userId="f9ae4b03b41fc17c" providerId="LiveId" clId="{4FD08A45-531D-4FEA-8370-325454E4F56B}" dt="2026-06-08T16:37:38.689" v="12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NANI ." userId="f9ae4b03b41fc17c" providerId="LiveId" clId="{4FD08A45-531D-4FEA-8370-325454E4F56B}" dt="2026-06-08T16:37:38.686" v="10"/>
          <ac:spMkLst>
            <pc:docMk/>
            <pc:sldMk cId="0" sldId="256"/>
            <ac:spMk id="4" creationId="{00000000-0000-0000-0000-000000000000}"/>
          </ac:spMkLst>
        </pc:spChg>
      </pc:sldChg>
      <pc:sldChg chg="delSp modSp mod">
        <pc:chgData name="NANI ." userId="f9ae4b03b41fc17c" providerId="LiveId" clId="{4FD08A45-531D-4FEA-8370-325454E4F56B}" dt="2026-06-08T16:37:31.325" v="2"/>
        <pc:sldMkLst>
          <pc:docMk/>
          <pc:sldMk cId="0" sldId="261"/>
        </pc:sldMkLst>
        <pc:spChg chg="del mod">
          <ac:chgData name="NANI ." userId="f9ae4b03b41fc17c" providerId="LiveId" clId="{4FD08A45-531D-4FEA-8370-325454E4F56B}" dt="2026-06-08T16:37:31.325" v="2"/>
          <ac:spMkLst>
            <pc:docMk/>
            <pc:sldMk cId="0" sldId="261"/>
            <ac:spMk id="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Password Strength Checker &amp;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Project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00000"/>
                </a:solidFill>
                <a:latin typeface="Calibri"/>
              </a:defRPr>
            </a:pPr>
            <a:r>
              <a:t>Build a dual-function desktop tool that: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Analyzes password strength in real-time (Weak / Medium / Strong)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Generates cryptographically reasonable random passwords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Demonstrates core Java &amp; OOP concepts end-to-end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Provides visual feedback via Swing GUI with color-coded strength bar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Language &amp; Libraries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Java 21 - Core language (Variables, Control Flow, Collections)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Swing (JFrame, JProgressBar, JPasswordField) - GUI Layer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Java I/O (FileWriter) - Persistent file storage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Java Collections (ArrayList, HashMap, HashSet)</a:t>
            </a:r>
          </a:p>
          <a:p>
            <a:pPr>
              <a:spcBef>
                <a:spcPts val="400"/>
              </a:spcBef>
              <a:defRPr sz="2000">
                <a:solidFill>
                  <a:srgbClr val="000000"/>
                </a:solidFill>
                <a:latin typeface="Calibri"/>
              </a:defRPr>
            </a:pPr>
            <a:r>
              <a:t>OOP Pillars - Inheritance, Polymorphism, Encapsulation, Abstraction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Password Checker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Real-time scoring (0-10 scale)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Color-coded bar (Red / Orange / Green)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10 validation rules with pass/fail display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Policy validation (WeakPolicy / StrongPolicy)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Password history via HashMap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  <a:latin typeface="Calibri"/>
              </a:defRPr>
            </a:pPr>
            <a:r>
              <a:t>Password Generator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Configurable password length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Toggle numbers / symbols on or off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Auto-analyzes generated passwords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Save to file via FileWriter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Show/hide password toggle button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Class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Calibri"/>
              </a:defRPr>
            </a:pPr>
            <a:r>
              <a:t>6 Java Files - Organized by Concern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PasswordPolicy (abstract) - validate() contract + common fields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WeakPolicy - simple length check (&gt;= 6 characters)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StrongPolicy - full validation (12+, uppercase, number, special char)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PasswordAnalyzer - scoring engine with ArrayList and HashSet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PasswordGenerator - random char pools + FileWriter persistence</a:t>
            </a:r>
          </a:p>
          <a:p>
            <a:pPr>
              <a:spcBef>
                <a:spcPts val="400"/>
              </a:spcBef>
              <a:defRPr sz="1800">
                <a:solidFill>
                  <a:srgbClr val="000000"/>
                </a:solidFill>
                <a:latin typeface="Calibri"/>
              </a:defRPr>
            </a:pPr>
            <a:r>
              <a:t>MainGUI - Swing window connecting all components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Calibri"/>
              </a:defRPr>
            </a:pPr>
            <a:r>
              <a:t>Password Strength Checker &amp;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NANI .</cp:lastModifiedBy>
  <cp:revision>1</cp:revision>
  <dcterms:created xsi:type="dcterms:W3CDTF">2013-01-27T09:14:16Z</dcterms:created>
  <dcterms:modified xsi:type="dcterms:W3CDTF">2026-06-08T16:37:42Z</dcterms:modified>
  <cp:category/>
</cp:coreProperties>
</file>